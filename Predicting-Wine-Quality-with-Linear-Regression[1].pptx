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9" r:id="rId5"/>
    <p:sldId id="259" r:id="rId6"/>
    <p:sldId id="266" r:id="rId7"/>
    <p:sldId id="267" r:id="rId8"/>
    <p:sldId id="268" r:id="rId9"/>
    <p:sldId id="270" r:id="rId10"/>
    <p:sldId id="271" r:id="rId11"/>
    <p:sldId id="272" r:id="rId12"/>
    <p:sldId id="273" r:id="rId13"/>
    <p:sldId id="274" r:id="rId14"/>
    <p:sldId id="275" r:id="rId15"/>
  </p:sldIdLst>
  <p:sldSz cx="14630400" cy="8229600"/>
  <p:notesSz cx="8229600" cy="14630400"/>
  <p:embeddedFontLst>
    <p:embeddedFont>
      <p:font typeface="Alexandria" panose="020B0604020202020204" charset="-78"/>
      <p:regular r:id="rId17"/>
    </p:embeddedFont>
    <p:embeddedFont>
      <p:font typeface="Nobile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90" autoAdjust="0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9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8712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Predicting Wine Quality with Linear Regression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 analysis of physiochemical properties to forecast wine quality scores.</a:t>
            </a:r>
            <a:endParaRPr lang="en-US" sz="17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62B058-7707-9205-701D-C04FA432D55B}"/>
              </a:ext>
            </a:extLst>
          </p:cNvPr>
          <p:cNvSpPr txBox="1"/>
          <p:nvPr/>
        </p:nvSpPr>
        <p:spPr>
          <a:xfrm>
            <a:off x="6280190" y="5970494"/>
            <a:ext cx="5486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Puspita Baidya </a:t>
            </a:r>
          </a:p>
          <a:p>
            <a:r>
              <a:rPr lang="en-US" sz="2000" b="1" dirty="0"/>
              <a:t>ID:2102047</a:t>
            </a:r>
          </a:p>
          <a:p>
            <a:endParaRPr lang="en-US" sz="2000" b="1" dirty="0"/>
          </a:p>
          <a:p>
            <a:r>
              <a:rPr lang="en-US" sz="2000" b="1" dirty="0" err="1"/>
              <a:t>Meherin</a:t>
            </a:r>
            <a:r>
              <a:rPr lang="en-US" sz="2000" b="1" dirty="0"/>
              <a:t> Jahan Jui</a:t>
            </a:r>
          </a:p>
          <a:p>
            <a:r>
              <a:rPr lang="en-US" sz="2000" b="1" dirty="0"/>
              <a:t>ID:2102055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7CAF5E-EBA0-C958-A20C-DFDDED8E6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4150" y="6743493"/>
            <a:ext cx="5626249" cy="14861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0051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6292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project aimed to develop a predictive model for wine quality using linear regression based on its physiochemical properties. We analyzed a dataset of red and white wines to understand attribute distributions and relationships.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343876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45783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Goal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506872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Predict wine quality using physiochemical properties.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4343876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51396" y="45783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Method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51396" y="506872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Linear regression with QR decomposition.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4343876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4568" y="45783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Evaluation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4568" y="5068729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RMSE and R-squared score.</a:t>
            </a:r>
            <a:endParaRPr lang="en-US" sz="1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4570625-7858-0063-72E0-96BD1ED38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470" y="6743493"/>
            <a:ext cx="6487430" cy="14861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7653"/>
            <a:ext cx="116905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Introduction: The Science of Wine Quality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4006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Wine quality is a subjective metric influenced by complex chemical components. Our objective was to apply a linear regression model to predict wine quality scores using physiochemical properties from a dataset of red and white wines.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321016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9F9FF"/>
          </a:solidFill>
          <a:ln w="30480">
            <a:solidFill>
              <a:srgbClr val="B8C3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4321016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1B54DA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45783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Interpretable Model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5068729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QR decomposition provides a clear way to understand influential factors.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4321016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9F9FF"/>
          </a:solidFill>
          <a:ln w="30480">
            <a:solidFill>
              <a:srgbClr val="B8C3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8067" y="4321016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1B54DA"/>
          </a:solidFill>
          <a:ln/>
        </p:spPr>
      </p:sp>
      <p:sp>
        <p:nvSpPr>
          <p:cNvPr id="10" name="Text 8"/>
          <p:cNvSpPr/>
          <p:nvPr/>
        </p:nvSpPr>
        <p:spPr>
          <a:xfrm>
            <a:off x="7777282" y="45783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Quantitative Basis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7282" y="5068729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 success measured using standard statistical metrics.</a:t>
            </a:r>
            <a:endParaRPr lang="en-US" sz="1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8950E71-0C8A-BA5D-0691-3EADA2CDD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6799542"/>
            <a:ext cx="6035040" cy="13824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9226D4-3DA7-F845-D1B1-BE80465427FF}"/>
              </a:ext>
            </a:extLst>
          </p:cNvPr>
          <p:cNvSpPr txBox="1"/>
          <p:nvPr/>
        </p:nvSpPr>
        <p:spPr>
          <a:xfrm>
            <a:off x="494853" y="1118796"/>
            <a:ext cx="14253882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Model Evaluation </a:t>
            </a:r>
          </a:p>
          <a:p>
            <a:endParaRPr 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Root Mean Squared Error (RMSE): 0.7324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model's predictions are, on average, off by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0.73 units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on the wine quality scale.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indicates 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moderate level of prediction error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R-squared (R² Score): 0.2965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model explains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29.65%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of the variability in the wine quality scores.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suggests that while the model has some predictive power, a significant portion (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~70%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of the variation remains unexplained.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75AC0A-063D-AC21-B3A3-63C843C85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658" y="6845688"/>
            <a:ext cx="6035563" cy="138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448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052" y="473750"/>
            <a:ext cx="6228993" cy="538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4400" dirty="0">
                <a:solidFill>
                  <a:srgbClr val="1B1B27"/>
                </a:solidFill>
                <a:latin typeface="Arial" panose="020B0604020202020204" pitchFamily="34" charset="0"/>
                <a:ea typeface="Alexandria" pitchFamily="34" charset="-122"/>
                <a:cs typeface="Arial" panose="020B0604020202020204" pitchFamily="34" charset="0"/>
              </a:rPr>
              <a:t>Methodology: Tools and Data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3052" y="1159223"/>
            <a:ext cx="13424297" cy="473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The analysis was performed in a Python environment using Jupyter notebook, leveraging libraries such as pandas, numpy, </a:t>
            </a:r>
          </a:p>
          <a:p>
            <a:pPr marL="0" indent="0" algn="l">
              <a:lnSpc>
                <a:spcPts val="215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and matplotlib.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3053" y="1865071"/>
            <a:ext cx="6502003" cy="1186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2000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6,497 samples, 13 columns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3052" y="2204651"/>
            <a:ext cx="6502004" cy="473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2000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12 physiochemical features, 1 target (quality)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3051" y="2562076"/>
            <a:ext cx="6502004" cy="538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2000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No missing data, clean for analysis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3052" y="2910498"/>
            <a:ext cx="6502003" cy="473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2000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Quality scores: 3 to 9 (avg. 5.82)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D8504F9-B854-F44E-A40C-0D1792F6F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21" y="3519407"/>
            <a:ext cx="14372179" cy="46163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670F8A-7E08-77B6-40AE-AB7EB9AF2822}"/>
              </a:ext>
            </a:extLst>
          </p:cNvPr>
          <p:cNvSpPr txBox="1"/>
          <p:nvPr/>
        </p:nvSpPr>
        <p:spPr>
          <a:xfrm>
            <a:off x="580913" y="749416"/>
            <a:ext cx="56154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About our dataset 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EE6DE9-E3A5-49C7-6003-D3A8CF329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913" y="1843408"/>
            <a:ext cx="6459118" cy="14666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93D443-E881-D84E-6BCE-9EFF849D7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032" y="91918"/>
            <a:ext cx="7471120" cy="805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42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ED1335-64F5-6EDE-0211-2D6043DE8C6F}"/>
              </a:ext>
            </a:extLst>
          </p:cNvPr>
          <p:cNvSpPr txBox="1"/>
          <p:nvPr/>
        </p:nvSpPr>
        <p:spPr>
          <a:xfrm>
            <a:off x="398034" y="817581"/>
            <a:ext cx="114999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Descriptive statistics for all numeric columns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D29CDA-C89A-6799-9EA4-BE1AE45F6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68" y="2108499"/>
            <a:ext cx="14393731" cy="600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749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AC92A9-2D99-4914-C793-AB4F13E40C8A}"/>
              </a:ext>
            </a:extLst>
          </p:cNvPr>
          <p:cNvSpPr txBox="1"/>
          <p:nvPr/>
        </p:nvSpPr>
        <p:spPr>
          <a:xfrm>
            <a:off x="474292" y="623944"/>
            <a:ext cx="13403072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Regression Coefficients 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positive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coefficient means the feature increases the quality score.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negative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coefficient means the feature decreases the quality score.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magnitude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of the coefficient shows the strength of that influence.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C0DF33-5F54-3DB2-0167-BE3A00961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42" y="2700168"/>
            <a:ext cx="13597666" cy="540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956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524180-4D4E-6269-BBB8-A39A36A0C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887" y="1538343"/>
            <a:ext cx="8810514" cy="67342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084A06-7E10-8610-D34F-88E553392462}"/>
              </a:ext>
            </a:extLst>
          </p:cNvPr>
          <p:cNvSpPr txBox="1"/>
          <p:nvPr/>
        </p:nvSpPr>
        <p:spPr>
          <a:xfrm>
            <a:off x="376518" y="688489"/>
            <a:ext cx="77562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Plot actual vs predicted 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132422-0F27-AA26-B5F2-66F944C53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12" y="2279587"/>
            <a:ext cx="5700072" cy="37769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B2777FE-454B-1583-7EA5-F0A0C2513F5C}"/>
              </a:ext>
            </a:extLst>
          </p:cNvPr>
          <p:cNvSpPr txBox="1"/>
          <p:nvPr/>
        </p:nvSpPr>
        <p:spPr>
          <a:xfrm>
            <a:off x="376518" y="6497619"/>
            <a:ext cx="49807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Area under the curve is 0.84</a:t>
            </a:r>
          </a:p>
        </p:txBody>
      </p:sp>
    </p:spTree>
    <p:extLst>
      <p:ext uri="{BB962C8B-B14F-4D97-AF65-F5344CB8AC3E}">
        <p14:creationId xmlns:p14="http://schemas.microsoft.com/office/powerpoint/2010/main" val="3230539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20E7C3-5EFE-5ABE-204E-1794F186E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635" y="2374509"/>
            <a:ext cx="8786599" cy="55954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257D95-1505-1688-6B47-2265CD7E14A7}"/>
              </a:ext>
            </a:extLst>
          </p:cNvPr>
          <p:cNvSpPr txBox="1"/>
          <p:nvPr/>
        </p:nvSpPr>
        <p:spPr>
          <a:xfrm>
            <a:off x="2633635" y="609600"/>
            <a:ext cx="82827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Plot wine quality distribution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C5FA68-2060-20A6-850F-12F9F9042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2809" y="7537644"/>
            <a:ext cx="2146412" cy="69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838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6C5FA7-8D87-22A9-E9CE-40C235761A4B}"/>
              </a:ext>
            </a:extLst>
          </p:cNvPr>
          <p:cNvSpPr txBox="1"/>
          <p:nvPr/>
        </p:nvSpPr>
        <p:spPr>
          <a:xfrm>
            <a:off x="1075765" y="231021"/>
            <a:ext cx="122529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Compute and plot the correlation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74808F-F5CF-50DF-AC37-FFF930A0F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915" y="1118797"/>
            <a:ext cx="13570922" cy="701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835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3892A8-5FA1-FD98-3193-30EF30740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8967" y="2038120"/>
            <a:ext cx="4841437" cy="37249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1F70EE-0623-8644-EE00-83DAD285B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32" y="1564395"/>
            <a:ext cx="8754697" cy="62599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AC86BD-347F-A17B-8415-9646B4AD155A}"/>
              </a:ext>
            </a:extLst>
          </p:cNvPr>
          <p:cNvSpPr txBox="1"/>
          <p:nvPr/>
        </p:nvSpPr>
        <p:spPr>
          <a:xfrm>
            <a:off x="290456" y="591671"/>
            <a:ext cx="97464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Actual vs Predicted Score :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CA0A8A-FDA6-F40F-C938-663BFC3B7E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84422" y="7534596"/>
            <a:ext cx="2145978" cy="69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245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E0A16A-067F-F418-B8E3-EC82035F9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796" y="731520"/>
            <a:ext cx="13511604" cy="749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43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reative Thank You Any Questions Presentation Templates for Free">
            <a:extLst>
              <a:ext uri="{FF2B5EF4-FFF2-40B4-BE49-F238E27FC236}">
                <a16:creationId xmlns:a16="http://schemas.microsoft.com/office/drawing/2014/main" id="{08420E44-EC85-3EB2-0B21-0AF009723D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146304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314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372</Words>
  <Application>Microsoft Office PowerPoint</Application>
  <PresentationFormat>Custom</PresentationFormat>
  <Paragraphs>57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Nobile</vt:lpstr>
      <vt:lpstr>Alexandria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Md Rejwan Ahmed</dc:creator>
  <cp:lastModifiedBy>Md Rejwan Ahmed</cp:lastModifiedBy>
  <cp:revision>4</cp:revision>
  <dcterms:created xsi:type="dcterms:W3CDTF">2025-08-09T16:04:00Z</dcterms:created>
  <dcterms:modified xsi:type="dcterms:W3CDTF">2025-08-10T01:55:54Z</dcterms:modified>
</cp:coreProperties>
</file>